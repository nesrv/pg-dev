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3" r:id="rId3"/>
    <p:sldId id="258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94" d="100"/>
          <a:sy n="94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5928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4323D-5628-478A-ACC5-D1EB01A22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C0AAC9-5EF8-41C5-BF7E-41AD39FFA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6FD4B-538B-4A41-8804-03D6C77E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0ECFF5-9EC6-4541-A5A5-265525160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C3DBD6-9020-4FCA-AFFF-C861A9BDB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640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DFD26A-DAD1-457E-85E2-7A0C36C9A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F83FF01-1BF6-4D4B-AB2E-9E01C74F7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E9856D-A5E4-45EC-A58B-3BAD44BC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C7D3D0-8833-406F-870F-FAD77AB82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12D93D-6527-4184-981B-A0C48060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804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2A1CFF-79E3-4FF4-8082-95CE35A95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96F15F-FE02-412B-B21B-D3A50D60C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B2336D6-7181-4E05-97FC-518BE9AEA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7742ED7-6A00-4B64-BB94-806ACA22F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1E9F802-C939-44A6-9A7C-46880BEF8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242350-39C7-42B6-B5AA-F95DC860C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3391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C7D8D9-589F-4A17-80CC-4D4412C0B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47FA5E8-CDB3-43E6-BB5C-3CC6441156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6115A8B-934C-4696-BFA4-118ACECCD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4BC08F-AE03-4E7C-86DD-71B3F99957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1219106-55B7-45D8-9B84-4A26D15070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01C4523-40DB-4661-BD13-D4E0A1102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565C69-5941-4653-BEBC-C53D8BD0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8644B6E-52BB-4388-A2A7-5C08182B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2299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4C9D9C-22B8-48BF-A71C-8AE859F5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473AB3-7693-4194-9F95-C40C11A7E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A188DC-54CF-4EAD-A2EA-D9BAD140C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33F7DD-BF35-4971-9E58-23B339FC8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32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04DBA1-6A66-4E5B-9C0B-2765ABE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165E14D-A24D-414A-8547-0B0E5E61E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2F323-C711-401D-A96B-3B77062A1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8183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A9D37E-117C-40A6-88BF-CC0370E0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D9718B-343E-4618-BAB7-E29638E2A7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183B23-70B5-48DB-9559-E8C4526790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3845CE-C0DC-457B-9CEE-B0D24FDC1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484E07F-27E8-40D6-B3F4-E2DE85F7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5EE34A7-8243-4585-A4B7-1A7312A6B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5617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1DDD81-B55B-4870-BBE7-716CE0DC2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933B792-D79A-46E9-A2FD-D297EFA2A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9B8B945-1D01-4704-8852-DD518C337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B34C35-9E18-43C9-B9AC-3BA479ACD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0B47E7-9883-416D-9A5B-CB234EC23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79CF84-A496-452C-9AB6-F49D4491B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98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B35B1C-52AB-461F-A5D1-8FEE2571D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1EA2B22-A7AF-4E7C-B752-87426D423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3ECB61-A937-4032-ADDE-A5B32FB0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697B1F-2AC7-44BE-BBF0-11037A55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9845EB-9B90-44E4-8D42-58DBEDA0E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695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B3F0A3C-D74B-4F74-A90D-2BFCFAA9C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475F462-F5A9-4395-B0F6-1B30DAB42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8FC937-02FE-4C99-A8FA-DACB5E4A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2D63C7-A170-4A62-92F2-1DA4A856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3F1561-2919-420A-9FBC-96AADD16B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29417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62984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2927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89212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640813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00684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838080" y="365280"/>
            <a:ext cx="10515360" cy="614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ru-RU" sz="4267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86447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525047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43507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9820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9502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36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56286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226560" y="18254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226560" y="4098240"/>
            <a:ext cx="513120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9386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ru-RU" sz="2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39344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7948320" y="18254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7948320" y="4098240"/>
            <a:ext cx="3385440" cy="2075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ru-RU" sz="2800" b="0" strike="noStrike" spc="-1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13164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/>
          <p:cNvSpPr>
            <a:spLocks noGrp="1"/>
          </p:cNvSpPr>
          <p:nvPr>
            <p:ph sz="quarter" idx="11"/>
          </p:nvPr>
        </p:nvSpPr>
        <p:spPr>
          <a:xfrm>
            <a:off x="645584" y="1617663"/>
            <a:ext cx="10972800" cy="45000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2"/>
          </p:nvPr>
        </p:nvSpPr>
        <p:spPr>
          <a:xfrm>
            <a:off x="4176000" y="6398075"/>
            <a:ext cx="3840000" cy="360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Нижний колонтитул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56590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1FF6B9-6C7F-4C1B-8747-C0E19B7B7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2570718-41B5-48DC-8312-8489EE4DF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5B52F1-46A2-46BB-936E-89C2BF93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198FDE-1923-462C-9DED-45DD19A5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C2C86E-E221-42EE-B1FF-D007F0DD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2886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3C070E-F050-4E95-B0D4-0848113A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15B4CB-E46C-4714-B193-E9FC35C7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60133B-8F47-4EDD-8FD8-2F1D4E550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90F8C-5FB9-4EFE-BCC7-F735A3026FD8}" type="datetimeFigureOut">
              <a:rPr lang="ru-RU" smtClean="0"/>
              <a:t>05.12.2025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2AE131-FF0E-4909-8469-DDD7D0793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687799-EDE5-4DFB-AC96-1E0EB9ACEB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91D55-44CC-4FEC-81B8-DCF2DD6927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220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280"/>
            <a:ext cx="10515360" cy="13252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</a:pPr>
            <a:r>
              <a:rPr lang="ru-RU" sz="4400" b="0" strike="noStrike" spc="-1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lang="ru-RU" sz="44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440"/>
            <a:ext cx="10515360" cy="43507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171360" indent="-1710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strike="noStrike" spc="-1">
                <a:solidFill>
                  <a:srgbClr val="000000"/>
                </a:solidFill>
                <a:latin typeface="Calibri"/>
              </a:rPr>
              <a:t>Образец текста</a:t>
            </a:r>
          </a:p>
          <a:p>
            <a:pPr marL="685903" lvl="1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strike="noStrike" spc="-1">
                <a:solidFill>
                  <a:srgbClr val="000000"/>
                </a:solidFill>
                <a:latin typeface="Calibri"/>
              </a:rPr>
              <a:t>Второй уровень</a:t>
            </a:r>
          </a:p>
          <a:p>
            <a:pPr marL="1142851" lvl="2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strike="noStrike" spc="-1">
                <a:solidFill>
                  <a:srgbClr val="000000"/>
                </a:solidFill>
                <a:latin typeface="Calibri"/>
              </a:rPr>
              <a:t>Третий уровень</a:t>
            </a:r>
          </a:p>
          <a:p>
            <a:pPr marL="1600280" lvl="3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Четвертый уровень</a:t>
            </a:r>
          </a:p>
          <a:p>
            <a:pPr marL="2057229" lvl="4" indent="-227994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strike="noStrike" spc="-1">
                <a:solidFill>
                  <a:srgbClr val="000000"/>
                </a:solidFill>
                <a:latin typeface="Calibri"/>
              </a:rPr>
              <a:t>Пятый уровень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720" y="6356160"/>
            <a:ext cx="411456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endParaRPr lang="ru-RU" sz="3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720" y="6356160"/>
            <a:ext cx="2742720" cy="3648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tabLst>
                <a:tab pos="0" algn="l"/>
              </a:tabLst>
            </a:pPr>
            <a:fld id="{05EF2BE1-C6B1-44D9-AC14-847FE245C45E}" type="slidenum">
              <a:rPr lang="en-US" sz="1200" spc="-1" smtClean="0">
                <a:solidFill>
                  <a:srgbClr val="8B8B8B"/>
                </a:solidFill>
                <a:latin typeface="Calibri"/>
              </a:rPr>
              <a:pPr algn="r">
                <a:tabLst>
                  <a:tab pos="0" algn="l"/>
                </a:tabLst>
              </a:pPr>
              <a:t>‹#›</a:t>
            </a:fld>
            <a:endParaRPr lang="ru-RU" sz="1200" spc="-1">
              <a:latin typeface="Times New Roman"/>
            </a:endParaRPr>
          </a:p>
        </p:txBody>
      </p:sp>
      <p:sp>
        <p:nvSpPr>
          <p:cNvPr id="5" name="CustomShape 6"/>
          <p:cNvSpPr/>
          <p:nvPr/>
        </p:nvSpPr>
        <p:spPr>
          <a:xfrm>
            <a:off x="9508320" y="5517120"/>
            <a:ext cx="2302080" cy="1021440"/>
          </a:xfrm>
          <a:custGeom>
            <a:avLst/>
            <a:gdLst/>
            <a:ahLst/>
            <a:cxnLst/>
            <a:rect l="l" t="t" r="r" b="b"/>
            <a:pathLst>
              <a:path w="3983913" h="1593565">
                <a:moveTo>
                  <a:pt x="0" y="0"/>
                </a:moveTo>
                <a:lnTo>
                  <a:pt x="3983912" y="0"/>
                </a:lnTo>
                <a:lnTo>
                  <a:pt x="3983912" y="1593565"/>
                </a:lnTo>
                <a:lnTo>
                  <a:pt x="0" y="159356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6"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6" name="CustomShape 7"/>
          <p:cNvSpPr/>
          <p:nvPr/>
        </p:nvSpPr>
        <p:spPr>
          <a:xfrm rot="19974000">
            <a:off x="6958080" y="-3098400"/>
            <a:ext cx="6575520" cy="5370720"/>
          </a:xfrm>
          <a:custGeom>
            <a:avLst/>
            <a:gdLst/>
            <a:ahLst/>
            <a:cxnLst/>
            <a:rect l="l" t="t" r="r" b="b"/>
            <a:pathLst>
              <a:path w="9495369" h="7717145">
                <a:moveTo>
                  <a:pt x="0" y="0"/>
                </a:moveTo>
                <a:lnTo>
                  <a:pt x="9495369" y="0"/>
                </a:lnTo>
                <a:lnTo>
                  <a:pt x="9495369" y="7717145"/>
                </a:lnTo>
                <a:lnTo>
                  <a:pt x="0" y="771714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7">
              <a:alphaModFix amt="50000"/>
            </a:blip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4096799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74" indent="-227994" algn="l" defTabSz="1219170" rtl="0" eaLnBrk="1" latinLnBrk="0" hangingPunct="1">
        <a:lnSpc>
          <a:spcPct val="90000"/>
        </a:lnSpc>
        <a:spcBef>
          <a:spcPts val="1001"/>
        </a:spcBef>
        <a:buClr>
          <a:srgbClr val="000000"/>
        </a:buClr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66A48D-163B-A54A-E70E-AF9BF3D7CCD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660400" y="2906060"/>
            <a:ext cx="10515360" cy="1325280"/>
          </a:xfrm>
        </p:spPr>
        <p:txBody>
          <a:bodyPr/>
          <a:lstStyle/>
          <a:p>
            <a:pPr algn="ctr"/>
            <a:b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</a:b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Разработка серверной части приложений </a:t>
            </a:r>
            <a:r>
              <a:rPr lang="ru-RU" b="1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PostgreSQL</a:t>
            </a:r>
            <a:r>
              <a:rPr lang="ru-RU" b="1" dirty="0">
                <a:latin typeface="Segoe UI Light" panose="020B0502040204020203" pitchFamily="34" charset="0"/>
                <a:cs typeface="Segoe UI Light" panose="020B0502040204020203" pitchFamily="34" charset="0"/>
              </a:rPr>
              <a:t> 16</a:t>
            </a:r>
            <a:endParaRPr lang="en-US" b="1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ctr"/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ews706 BT" panose="02040804060705020204" pitchFamily="18" charset="0"/>
                <a:cs typeface="Segoe UI Light" panose="020B0502040204020203" pitchFamily="34" charset="0"/>
              </a:rPr>
              <a:t>(dev-1)</a:t>
            </a:r>
          </a:p>
        </p:txBody>
      </p:sp>
      <p:pic>
        <p:nvPicPr>
          <p:cNvPr id="1026" name="Picture 2" descr="https://avatars.mds.yandex.net/i?id=6d149088086246972def0787c29b2c99ca2e0b99-4903276-images-thumbs&amp;n=13">
            <a:extLst>
              <a:ext uri="{FF2B5EF4-FFF2-40B4-BE49-F238E27FC236}">
                <a16:creationId xmlns:a16="http://schemas.microsoft.com/office/drawing/2014/main" id="{03698AE0-4B56-44A2-B54C-E0F1338D71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841" y="167340"/>
            <a:ext cx="2217839" cy="210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597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BB10CE-691F-4C7E-8AAA-B5EC88503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0357" y="0"/>
            <a:ext cx="92512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439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3805852-AF9E-4658-AA84-2FBA0592A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039" y="0"/>
            <a:ext cx="91359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3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4E9F71-13E9-48CC-B248-BE828C61F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608" y="0"/>
            <a:ext cx="91547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66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E2960DA-F666-4F16-B396-FE9FE45CA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222" y="0"/>
            <a:ext cx="90715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98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D5186BF-81EC-4F0D-9E33-FC6B4CFC7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515" y="-38100"/>
            <a:ext cx="9100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729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92C7383-EDE4-44B9-96A4-C58D3BB99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380" y="0"/>
            <a:ext cx="91252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312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A94199F-6EF5-4761-A25D-C56A431C4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686" y="9525"/>
            <a:ext cx="91386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09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791E77D-BFB8-43D3-91FF-F6E581337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515" y="0"/>
            <a:ext cx="91009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533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C843368-5284-4C76-AEDD-C68B655F1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647" y="0"/>
            <a:ext cx="914670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83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EAEC10F-B99C-4E7E-88C7-4A99CD62A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521" y="0"/>
            <a:ext cx="91709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70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619F18C-6908-4E16-96C1-5B12623CB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883" y="0"/>
            <a:ext cx="9168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19182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</TotalTime>
  <Words>0</Words>
  <Application>Microsoft Office PowerPoint</Application>
  <PresentationFormat>Широкоэкранный</PresentationFormat>
  <Paragraphs>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News706 BT</vt:lpstr>
      <vt:lpstr>Segoe UI Light</vt:lpstr>
      <vt:lpstr>Times New Roman</vt:lpstr>
      <vt:lpstr>Тема Office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8</cp:revision>
  <dcterms:created xsi:type="dcterms:W3CDTF">2024-09-11T19:02:22Z</dcterms:created>
  <dcterms:modified xsi:type="dcterms:W3CDTF">2025-12-05T05:31:10Z</dcterms:modified>
</cp:coreProperties>
</file>