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notesMasterIdLst>
    <p:notesMasterId r:id="rId10"/>
  </p:notesMasterIdLst>
  <p:sldIdLst>
    <p:sldId id="263" r:id="rId3"/>
    <p:sldId id="283" r:id="rId4"/>
    <p:sldId id="546" r:id="rId5"/>
    <p:sldId id="547" r:id="rId6"/>
    <p:sldId id="548" r:id="rId7"/>
    <p:sldId id="549" r:id="rId8"/>
    <p:sldId id="550" r:id="rId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730" autoAdjust="0"/>
  </p:normalViewPr>
  <p:slideViewPr>
    <p:cSldViewPr snapToGrid="0">
      <p:cViewPr varScale="1">
        <p:scale>
          <a:sx n="146" d="100"/>
          <a:sy n="146" d="100"/>
        </p:scale>
        <p:origin x="5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A0595-55A8-48ED-89D9-94EF8A794717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CE960-5D9D-430C-9D09-6E7799238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1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28560" y="273960"/>
            <a:ext cx="7886520" cy="4608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9508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96124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2856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9508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96124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484188" y="1213247"/>
            <a:ext cx="8229600" cy="337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3132000" y="4798556"/>
            <a:ext cx="2880000" cy="27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82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15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26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188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1923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48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0345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267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105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684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8924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88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33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514440" lvl="1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857160" lvl="2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200240" lvl="3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1542960" lvl="4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5EF2BE1-C6B1-44D9-AC14-847FE245C45E}" type="slidenum">
              <a:rPr lang="en-US" sz="9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900" b="0" strike="noStrike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7131240" y="4137840"/>
            <a:ext cx="1726560" cy="76608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5218560" y="-2323800"/>
            <a:ext cx="4931640" cy="402804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64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41020" y="1892162"/>
            <a:ext cx="7886520" cy="993960"/>
          </a:xfrm>
        </p:spPr>
        <p:txBody>
          <a:bodyPr/>
          <a:lstStyle/>
          <a:p>
            <a:pPr algn="ctr"/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Анализ </a:t>
            </a:r>
            <a:r>
              <a:rPr lang="ru-RU" sz="48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данных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на языке SQL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PL/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pgSQL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30" y="125505"/>
            <a:ext cx="1663379" cy="157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ht-edu.ru/bitrix/templates/A1_MAIN_T/images/logo.png">
            <a:extLst>
              <a:ext uri="{FF2B5EF4-FFF2-40B4-BE49-F238E27FC236}">
                <a16:creationId xmlns:a16="http://schemas.microsoft.com/office/drawing/2014/main" id="{2146DFEE-F76F-448C-9770-C2079683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709" y="4178890"/>
            <a:ext cx="25908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12C1FD-B7CC-4A95-8807-915CAE59E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0" y="0"/>
            <a:ext cx="67913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44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4A24C4-93DF-4A3C-A5F9-8AE91092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1" y="0"/>
            <a:ext cx="745547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2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7B2D46-897A-4CCE-8830-704333BE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25" y="0"/>
            <a:ext cx="6868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0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5F12BB-CD1C-49EE-B103-27323BD0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75" y="0"/>
            <a:ext cx="7737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CD730-2C56-45DD-937C-4756C8C6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34" y="0"/>
            <a:ext cx="757433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1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5043A6-596C-43C7-9898-1B7C654A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72" y="0"/>
            <a:ext cx="76362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shift</Template>
  <TotalTime>909</TotalTime>
  <Words>8</Words>
  <Application>Microsoft Office PowerPoint</Application>
  <PresentationFormat>Экран (16:9)</PresentationFormat>
  <Paragraphs>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News706 BT</vt:lpstr>
      <vt:lpstr>Segoe UI Light</vt:lpstr>
      <vt:lpstr>Times New Roman</vt:lpstr>
      <vt:lpstr>Office Theme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User</dc:creator>
  <cp:keywords>docId FE6D1329DBA66969002233C0258430B5</cp:keywords>
  <dc:description/>
  <cp:lastModifiedBy>user</cp:lastModifiedBy>
  <cp:revision>76</cp:revision>
  <dcterms:created xsi:type="dcterms:W3CDTF">2013-01-27T09:14:16Z</dcterms:created>
  <dcterms:modified xsi:type="dcterms:W3CDTF">2025-09-15T05:41:32Z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