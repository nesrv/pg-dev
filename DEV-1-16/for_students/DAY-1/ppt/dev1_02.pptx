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425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9287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850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740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7914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3159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584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5842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2554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93919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7653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8523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2030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9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77813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1CEC1F-EE50-4AD8-8B26-B2ECB958C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968" y="0"/>
            <a:ext cx="9150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8F8009-1205-4439-AE7E-C028579DA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98" y="0"/>
            <a:ext cx="9105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4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040F787-EFFC-4DE5-852B-BF6923862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528" y="0"/>
            <a:ext cx="9164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4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37A7D6-00A3-47A8-995B-F0BD489D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76" y="0"/>
            <a:ext cx="9051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06BEC1-EA88-4ABC-9232-6D1B13D58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63" y="0"/>
            <a:ext cx="9191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83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1F8086-704E-4796-AF4F-F9A1C6025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63" y="0"/>
            <a:ext cx="9114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531478-78AE-46F5-A24E-88C8905E9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81" y="0"/>
            <a:ext cx="9096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9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FC37F21-2A15-4453-86DF-0637DAA6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15" y="0"/>
            <a:ext cx="9149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36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F36CC1-5507-4DC6-8636-A413D6CCD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21" y="0"/>
            <a:ext cx="9114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11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FED0E5-75F9-4984-B5B6-89F4F1CF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81" y="0"/>
            <a:ext cx="9096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33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CFD3FA-B610-4D57-86D8-72BB1B6A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789" y="0"/>
            <a:ext cx="9090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10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EB6256-FADB-459C-A329-8C44EED9E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32" y="0"/>
            <a:ext cx="9081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5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9DE887-269F-4B71-9291-C6E90895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859" y="0"/>
            <a:ext cx="90722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51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C97A41-D249-4519-9CF0-2A72C94AE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63" y="0"/>
            <a:ext cx="9102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27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Office PowerPoint</Application>
  <PresentationFormat>Широкоэкранный</PresentationFormat>
  <Paragraphs>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7</cp:revision>
  <dcterms:created xsi:type="dcterms:W3CDTF">2024-09-11T19:02:22Z</dcterms:created>
  <dcterms:modified xsi:type="dcterms:W3CDTF">2025-12-04T19:37:08Z</dcterms:modified>
</cp:coreProperties>
</file>