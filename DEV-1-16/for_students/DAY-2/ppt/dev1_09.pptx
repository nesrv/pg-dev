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3" r:id="rId3"/>
    <p:sldId id="258" r:id="rId4"/>
    <p:sldId id="272" r:id="rId5"/>
    <p:sldId id="273" r:id="rId6"/>
    <p:sldId id="274" r:id="rId7"/>
    <p:sldId id="275" r:id="rId8"/>
    <p:sldId id="276" r:id="rId9"/>
    <p:sldId id="277" r:id="rId10"/>
    <p:sldId id="27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9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0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80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39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9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2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18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61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941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29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927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9212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4081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068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8080" y="365280"/>
            <a:ext cx="10515360" cy="614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644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2504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82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9502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5628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38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9344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4832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4832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316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645584" y="1617663"/>
            <a:ext cx="10972800" cy="450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4176000" y="6398075"/>
            <a:ext cx="3840000" cy="36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59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88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20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903" lvl="1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2851" lvl="2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80" lvl="3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229" lvl="4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72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12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12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9508320" y="5517120"/>
            <a:ext cx="2302080" cy="102144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6958080" y="-3098400"/>
            <a:ext cx="6575520" cy="537072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09679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74" indent="-227994" algn="l" defTabSz="1219170" rtl="0" eaLnBrk="1" latinLnBrk="0" hangingPunct="1">
        <a:lnSpc>
          <a:spcPct val="90000"/>
        </a:lnSpc>
        <a:spcBef>
          <a:spcPts val="1001"/>
        </a:spcBef>
        <a:buClr>
          <a:srgbClr val="000000"/>
        </a:buClr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60400" y="2906060"/>
            <a:ext cx="10515360" cy="132528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Разработка серверной части приложений </a:t>
            </a:r>
            <a:r>
              <a:rPr lang="ru-RU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PostgreSQL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16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(dev-1)</a:t>
            </a: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41" y="167340"/>
            <a:ext cx="2217839" cy="21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AE4980-5151-4D47-A35B-A611A224F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107" y="0"/>
            <a:ext cx="9089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6620A0-7859-4CCC-8ACC-30C6FFB70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956" y="0"/>
            <a:ext cx="9078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9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CEBFB64-9330-4115-B03C-71A34D8C0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376" y="0"/>
            <a:ext cx="9081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90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E7EE27A-FA8C-4075-8E4D-CF332C1B0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504" y="0"/>
            <a:ext cx="9146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596D17-F9CA-4B10-A5FD-4B994E175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98" y="0"/>
            <a:ext cx="9147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34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45EF20D-A9CD-4358-BCE7-B1A92EA6F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928" y="0"/>
            <a:ext cx="9162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61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099537-C256-4B04-BEF1-0E035A9A8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99" y="0"/>
            <a:ext cx="9078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9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729F72-C74F-4E19-84BD-399375CD6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510" y="0"/>
            <a:ext cx="9146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647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0</Words>
  <Application>Microsoft Office PowerPoint</Application>
  <PresentationFormat>Широкоэкранный</PresentationFormat>
  <Paragraphs>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News706 BT</vt:lpstr>
      <vt:lpstr>Segoe UI Light</vt:lpstr>
      <vt:lpstr>Times New Roman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14</cp:revision>
  <dcterms:created xsi:type="dcterms:W3CDTF">2024-09-11T19:02:22Z</dcterms:created>
  <dcterms:modified xsi:type="dcterms:W3CDTF">2025-12-11T19:45:10Z</dcterms:modified>
</cp:coreProperties>
</file>