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72" r:id="rId3"/>
    <p:sldId id="256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58" autoAdjust="0"/>
    <p:restoredTop sz="94660"/>
  </p:normalViewPr>
  <p:slideViewPr>
    <p:cSldViewPr snapToGrid="0">
      <p:cViewPr varScale="1">
        <p:scale>
          <a:sx n="94" d="100"/>
          <a:sy n="94" d="100"/>
        </p:scale>
        <p:origin x="96" y="4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1FF6B9-6C7F-4C1B-8747-C0E19B7B7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2570718-41B5-48DC-8312-8489EE4DF0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75B52F1-46A2-46BB-936E-89C2BF931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90F8C-5FB9-4EFE-BCC7-F735A3026FD8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4198FDE-1923-462C-9DED-45DD19A56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2C2C86E-E221-42EE-B1FF-D007F0DD1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91D55-44CC-4FEC-81B8-DCF2DD6927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59283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734323D-5628-478A-ACC5-D1EB01A22A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DC0AAC9-5EF8-41C5-BF7E-41AD39FFAD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896FD4B-538B-4A41-8804-03D6C77E9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90F8C-5FB9-4EFE-BCC7-F735A3026FD8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A0ECFF5-9EC6-4541-A5A5-265525160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DC3DBD6-9020-4FCA-AFFF-C861A9BDB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91D55-44CC-4FEC-81B8-DCF2DD6927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6406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DFD26A-DAD1-457E-85E2-7A0C36C9A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F83FF01-1BF6-4D4B-AB2E-9E01C74F74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8E9856D-A5E4-45EC-A58B-3BAD44BC03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90F8C-5FB9-4EFE-BCC7-F735A3026FD8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EC7D3D0-8833-406F-870F-FAD77AB82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412D93D-6527-4184-981B-A0C480605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91D55-44CC-4FEC-81B8-DCF2DD6927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68041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2A1CFF-79E3-4FF4-8082-95CE35A95B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E96F15F-FE02-412B-B21B-D3A50D60C4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B2336D6-7181-4E05-97FC-518BE9AEAA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7742ED7-6A00-4B64-BB94-806ACA22F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90F8C-5FB9-4EFE-BCC7-F735A3026FD8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1E9F802-C939-44A6-9A7C-46880BEF8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E242350-39C7-42B6-B5AA-F95DC860C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91D55-44CC-4FEC-81B8-DCF2DD6927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33912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C7D8D9-589F-4A17-80CC-4D4412C0BA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47FA5E8-CDB3-43E6-BB5C-3CC6441156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6115A8B-934C-4696-BFA4-118ACECCD9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44BC08F-AE03-4E7C-86DD-71B3F99957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D1219106-55B7-45D8-9B84-4A26D15070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201C4523-40DB-4661-BD13-D4E0A1102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90F8C-5FB9-4EFE-BCC7-F735A3026FD8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A3565C69-5941-4653-BEBC-C53D8BD079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B8644B6E-52BB-4388-A2A7-5C08182B6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91D55-44CC-4FEC-81B8-DCF2DD6927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22999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4C9D9C-22B8-48BF-A71C-8AE859F5B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CF473AB3-7693-4194-9F95-C40C11A7E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90F8C-5FB9-4EFE-BCC7-F735A3026FD8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4A188DC-54CF-4EAD-A2EA-D9BAD140C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233F7DD-BF35-4971-9E58-23B339FC8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91D55-44CC-4FEC-81B8-DCF2DD6927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33231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8504DBA1-6A66-4E5B-9C0B-2765ABE70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90F8C-5FB9-4EFE-BCC7-F735A3026FD8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9165E14D-A24D-414A-8547-0B0E5E61E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12F323-C711-401D-A96B-3B77062A1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91D55-44CC-4FEC-81B8-DCF2DD6927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81838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A9D37E-117C-40A6-88BF-CC0370E0E2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5D9718B-343E-4618-BAB7-E29638E2A7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4183B23-70B5-48DB-9559-E8C4526790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F3845CE-C0DC-457B-9CEE-B0D24FDC1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90F8C-5FB9-4EFE-BCC7-F735A3026FD8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484E07F-27E8-40D6-B3F4-E2DE85F75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5EE34A7-8243-4585-A4B7-1A7312A6B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91D55-44CC-4FEC-81B8-DCF2DD6927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56176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1DDD81-B55B-4870-BBE7-716CE0DC2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3933B792-D79A-46E9-A2FD-D297EFA2A1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9B8B945-1D01-4704-8852-DD518C3375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6B34C35-9E18-43C9-B9AC-3BA479ACD4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90F8C-5FB9-4EFE-BCC7-F735A3026FD8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60B47E7-9883-416D-9A5B-CB234EC23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279CF84-A496-452C-9AB6-F49D4491B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91D55-44CC-4FEC-81B8-DCF2DD6927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498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B35B1C-52AB-461F-A5D1-8FEE2571D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1EA2B22-A7AF-4E7C-B752-87426D423F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83ECB61-A937-4032-ADDE-A5B32FB0E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90F8C-5FB9-4EFE-BCC7-F735A3026FD8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2697B1F-2AC7-44BE-BBF0-11037A5571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69845EB-9B90-44E4-8D42-58DBEDA0E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91D55-44CC-4FEC-81B8-DCF2DD6927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69563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5B3F0A3C-D74B-4F74-A90D-2BFCFAA9C9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475F462-F5A9-4395-B0F6-1B30DAB421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F8FC937-02FE-4C99-A8FA-DACB5E4AC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90F8C-5FB9-4EFE-BCC7-F735A3026FD8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B2D63C7-A170-4A62-92F2-1DA4A8568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13F1561-2919-420A-9FBC-96AADD16B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91D55-44CC-4FEC-81B8-DCF2DD6927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29417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78534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280"/>
            <a:ext cx="10515360" cy="1325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2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838080" y="1825440"/>
            <a:ext cx="10515360" cy="43507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ru-RU" sz="4267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294245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838080" y="365280"/>
            <a:ext cx="10515360" cy="1325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2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838080" y="1825440"/>
            <a:ext cx="10515360" cy="4350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910650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838080" y="365280"/>
            <a:ext cx="10515360" cy="1325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2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838080" y="1825440"/>
            <a:ext cx="5131200" cy="4350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6226560" y="1825440"/>
            <a:ext cx="5131200" cy="4350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650975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838080" y="365280"/>
            <a:ext cx="10515360" cy="1325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2400" b="0" strike="noStrike" spc="-1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5851562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subTitle"/>
          </p:nvPr>
        </p:nvSpPr>
        <p:spPr>
          <a:xfrm>
            <a:off x="838080" y="365280"/>
            <a:ext cx="10515360" cy="6144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ru-RU" sz="4267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9016461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838080" y="365280"/>
            <a:ext cx="10515360" cy="1325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2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838080" y="1825440"/>
            <a:ext cx="51312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body"/>
          </p:nvPr>
        </p:nvSpPr>
        <p:spPr>
          <a:xfrm>
            <a:off x="6226560" y="1825440"/>
            <a:ext cx="5131200" cy="4350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51312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1225889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838080" y="365280"/>
            <a:ext cx="10515360" cy="1325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2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838080" y="1825440"/>
            <a:ext cx="5131200" cy="4350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body"/>
          </p:nvPr>
        </p:nvSpPr>
        <p:spPr>
          <a:xfrm>
            <a:off x="6226560" y="1825440"/>
            <a:ext cx="51312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body"/>
          </p:nvPr>
        </p:nvSpPr>
        <p:spPr>
          <a:xfrm>
            <a:off x="6226560" y="4098240"/>
            <a:ext cx="51312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3490294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838080" y="365280"/>
            <a:ext cx="10515360" cy="1325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2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838080" y="1825440"/>
            <a:ext cx="51312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6226560" y="1825440"/>
            <a:ext cx="51312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1051536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151863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838080" y="365280"/>
            <a:ext cx="10515360" cy="1325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2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838080" y="1825440"/>
            <a:ext cx="1051536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838080" y="4098240"/>
            <a:ext cx="1051536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526943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838080" y="365280"/>
            <a:ext cx="10515360" cy="1325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2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838080" y="1825440"/>
            <a:ext cx="51312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6226560" y="1825440"/>
            <a:ext cx="51312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51312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6226560" y="4098240"/>
            <a:ext cx="51312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0195146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838080" y="365280"/>
            <a:ext cx="10515360" cy="1325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2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838080" y="1825440"/>
            <a:ext cx="338544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body"/>
          </p:nvPr>
        </p:nvSpPr>
        <p:spPr>
          <a:xfrm>
            <a:off x="4393440" y="1825440"/>
            <a:ext cx="338544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body"/>
          </p:nvPr>
        </p:nvSpPr>
        <p:spPr>
          <a:xfrm>
            <a:off x="7948320" y="1825440"/>
            <a:ext cx="338544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body"/>
          </p:nvPr>
        </p:nvSpPr>
        <p:spPr>
          <a:xfrm>
            <a:off x="838080" y="4098240"/>
            <a:ext cx="338544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1" name="PlaceHolder 6"/>
          <p:cNvSpPr>
            <a:spLocks noGrp="1"/>
          </p:cNvSpPr>
          <p:nvPr>
            <p:ph type="body"/>
          </p:nvPr>
        </p:nvSpPr>
        <p:spPr>
          <a:xfrm>
            <a:off x="4393440" y="4098240"/>
            <a:ext cx="338544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" name="PlaceHolder 7"/>
          <p:cNvSpPr>
            <a:spLocks noGrp="1"/>
          </p:cNvSpPr>
          <p:nvPr>
            <p:ph type="body"/>
          </p:nvPr>
        </p:nvSpPr>
        <p:spPr>
          <a:xfrm>
            <a:off x="7948320" y="4098240"/>
            <a:ext cx="338544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3953094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7" name="Объект 6"/>
          <p:cNvSpPr>
            <a:spLocks noGrp="1"/>
          </p:cNvSpPr>
          <p:nvPr>
            <p:ph sz="quarter" idx="11"/>
          </p:nvPr>
        </p:nvSpPr>
        <p:spPr>
          <a:xfrm>
            <a:off x="645584" y="1617663"/>
            <a:ext cx="10972800" cy="45000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2"/>
          </p:nvPr>
        </p:nvSpPr>
        <p:spPr>
          <a:xfrm>
            <a:off x="4176000" y="6398075"/>
            <a:ext cx="3840000" cy="36000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Нижний колонтитул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7526035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1FF6B9-6C7F-4C1B-8747-C0E19B7B7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2570718-41B5-48DC-8312-8489EE4DF0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75B52F1-46A2-46BB-936E-89C2BF931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90F8C-5FB9-4EFE-BCC7-F735A3026FD8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4198FDE-1923-462C-9DED-45DD19A56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2C2C86E-E221-42EE-B1FF-D007F0DD1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91D55-44CC-4FEC-81B8-DCF2DD6927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03664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3C070E-F050-4E95-B0D4-0848113A5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C15B4CB-E46C-4714-B193-E9FC35C771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760133B-8F47-4EDD-8FD8-2F1D4E5501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790F8C-5FB9-4EFE-BCC7-F735A3026FD8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52AE131-FF0E-4909-8469-DDD7D0793C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F687799-EDE5-4DFB-AC96-1E0EB9ACEB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691D55-44CC-4FEC-81B8-DCF2DD6927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22040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280"/>
            <a:ext cx="10515360" cy="13252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ru-RU" sz="4400" b="0" strike="noStrike" spc="-1">
                <a:solidFill>
                  <a:srgbClr val="000000"/>
                </a:solidFill>
                <a:latin typeface="Calibri Light"/>
              </a:rPr>
              <a:t>Образец заголовка</a:t>
            </a:r>
            <a:endParaRPr lang="ru-RU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440"/>
            <a:ext cx="10515360" cy="4350720"/>
          </a:xfrm>
          <a:prstGeom prst="rect">
            <a:avLst/>
          </a:prstGeom>
        </p:spPr>
        <p:txBody>
          <a:bodyPr>
            <a:noAutofit/>
          </a:bodyPr>
          <a:lstStyle/>
          <a:p>
            <a:pPr marL="171360" indent="-1710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strike="noStrike" spc="-1">
                <a:solidFill>
                  <a:srgbClr val="000000"/>
                </a:solidFill>
                <a:latin typeface="Calibri"/>
              </a:rPr>
              <a:t>Образец текста</a:t>
            </a:r>
          </a:p>
          <a:p>
            <a:pPr marL="685903" lvl="1" indent="-227994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strike="noStrike" spc="-1">
                <a:solidFill>
                  <a:srgbClr val="000000"/>
                </a:solidFill>
                <a:latin typeface="Calibri"/>
              </a:rPr>
              <a:t>Второй уровень</a:t>
            </a:r>
          </a:p>
          <a:p>
            <a:pPr marL="1142851" lvl="2" indent="-227994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strike="noStrike" spc="-1">
                <a:solidFill>
                  <a:srgbClr val="000000"/>
                </a:solidFill>
                <a:latin typeface="Calibri"/>
              </a:rPr>
              <a:t>Третий уровень</a:t>
            </a:r>
          </a:p>
          <a:p>
            <a:pPr marL="1600280" lvl="3" indent="-227994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strike="noStrike" spc="-1">
                <a:solidFill>
                  <a:srgbClr val="000000"/>
                </a:solidFill>
                <a:latin typeface="Calibri"/>
              </a:rPr>
              <a:t>Четвертый уровень</a:t>
            </a:r>
          </a:p>
          <a:p>
            <a:pPr marL="2057229" lvl="4" indent="-227994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strike="noStrike" spc="-1">
                <a:solidFill>
                  <a:srgbClr val="000000"/>
                </a:solidFill>
                <a:latin typeface="Calibri"/>
              </a:rPr>
              <a:t>Пятый уровень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dt"/>
          </p:nvPr>
        </p:nvSpPr>
        <p:spPr>
          <a:xfrm>
            <a:off x="838080" y="6356160"/>
            <a:ext cx="2742720" cy="36480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endParaRPr lang="ru-RU" sz="3200" b="0" strike="noStrike" spc="-1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/>
          </p:nvPr>
        </p:nvSpPr>
        <p:spPr>
          <a:xfrm>
            <a:off x="4038720" y="6356160"/>
            <a:ext cx="4114560" cy="36480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endParaRPr lang="ru-RU" sz="3200" b="0" strike="noStrike" spc="-1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/>
          </p:nvPr>
        </p:nvSpPr>
        <p:spPr>
          <a:xfrm>
            <a:off x="8610720" y="6356160"/>
            <a:ext cx="2742720" cy="36480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tabLst>
                <a:tab pos="0" algn="l"/>
              </a:tabLst>
            </a:pPr>
            <a:fld id="{05EF2BE1-C6B1-44D9-AC14-847FE245C45E}" type="slidenum">
              <a:rPr lang="en-US" sz="1200" spc="-1" smtClean="0">
                <a:solidFill>
                  <a:srgbClr val="8B8B8B"/>
                </a:solidFill>
                <a:latin typeface="Calibri"/>
              </a:rPr>
              <a:pPr algn="r">
                <a:tabLst>
                  <a:tab pos="0" algn="l"/>
                </a:tabLst>
              </a:pPr>
              <a:t>‹#›</a:t>
            </a:fld>
            <a:endParaRPr lang="ru-RU" sz="1200" spc="-1">
              <a:latin typeface="Times New Roman"/>
            </a:endParaRPr>
          </a:p>
        </p:txBody>
      </p:sp>
      <p:sp>
        <p:nvSpPr>
          <p:cNvPr id="5" name="CustomShape 6"/>
          <p:cNvSpPr/>
          <p:nvPr/>
        </p:nvSpPr>
        <p:spPr>
          <a:xfrm>
            <a:off x="9508320" y="5517120"/>
            <a:ext cx="2302080" cy="1021440"/>
          </a:xfrm>
          <a:custGeom>
            <a:avLst/>
            <a:gdLst/>
            <a:ahLst/>
            <a:cxnLst/>
            <a:rect l="l" t="t" r="r" b="b"/>
            <a:pathLst>
              <a:path w="3983913" h="1593565">
                <a:moveTo>
                  <a:pt x="0" y="0"/>
                </a:moveTo>
                <a:lnTo>
                  <a:pt x="3983912" y="0"/>
                </a:lnTo>
                <a:lnTo>
                  <a:pt x="3983912" y="1593565"/>
                </a:lnTo>
                <a:lnTo>
                  <a:pt x="0" y="159356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6"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" name="CustomShape 7"/>
          <p:cNvSpPr/>
          <p:nvPr/>
        </p:nvSpPr>
        <p:spPr>
          <a:xfrm rot="19974000">
            <a:off x="6958080" y="-3098400"/>
            <a:ext cx="6575520" cy="5370720"/>
          </a:xfrm>
          <a:custGeom>
            <a:avLst/>
            <a:gdLst/>
            <a:ahLst/>
            <a:cxnLst/>
            <a:rect l="l" t="t" r="r" b="b"/>
            <a:pathLst>
              <a:path w="9495369" h="7717145">
                <a:moveTo>
                  <a:pt x="0" y="0"/>
                </a:moveTo>
                <a:lnTo>
                  <a:pt x="9495369" y="0"/>
                </a:lnTo>
                <a:lnTo>
                  <a:pt x="9495369" y="7717145"/>
                </a:lnTo>
                <a:lnTo>
                  <a:pt x="0" y="771714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7">
              <a:alphaModFix amt="50000"/>
            </a:blip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</p:spTree>
    <p:extLst>
      <p:ext uri="{BB962C8B-B14F-4D97-AF65-F5344CB8AC3E}">
        <p14:creationId xmlns:p14="http://schemas.microsoft.com/office/powerpoint/2010/main" val="4088401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474" indent="-227994" algn="l" defTabSz="1219170" rtl="0" eaLnBrk="1" latinLnBrk="0" hangingPunct="1">
        <a:lnSpc>
          <a:spcPct val="90000"/>
        </a:lnSpc>
        <a:spcBef>
          <a:spcPts val="1001"/>
        </a:spcBef>
        <a:buClr>
          <a:srgbClr val="000000"/>
        </a:buClr>
        <a:buFont typeface="Arial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E66A48D-163B-A54A-E70E-AF9BF3D7CCD0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660400" y="2906060"/>
            <a:ext cx="10515360" cy="1325280"/>
          </a:xfrm>
        </p:spPr>
        <p:txBody>
          <a:bodyPr/>
          <a:lstStyle/>
          <a:p>
            <a:pPr algn="ctr"/>
            <a:br>
              <a:rPr lang="ru-RU" b="1" dirty="0">
                <a:latin typeface="Segoe UI Light" panose="020B0502040204020203" pitchFamily="34" charset="0"/>
                <a:cs typeface="Segoe UI Light" panose="020B0502040204020203" pitchFamily="34" charset="0"/>
              </a:rPr>
            </a:br>
            <a:r>
              <a:rPr lang="ru-RU" b="1" dirty="0">
                <a:latin typeface="Segoe UI Light" panose="020B0502040204020203" pitchFamily="34" charset="0"/>
                <a:cs typeface="Segoe UI Light" panose="020B0502040204020203" pitchFamily="34" charset="0"/>
              </a:rPr>
              <a:t>Разработка серверной части приложений </a:t>
            </a:r>
            <a:r>
              <a:rPr lang="ru-RU" b="1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PostgreSQL</a:t>
            </a:r>
            <a:r>
              <a:rPr lang="ru-RU" b="1" dirty="0">
                <a:latin typeface="Segoe UI Light" panose="020B0502040204020203" pitchFamily="34" charset="0"/>
                <a:cs typeface="Segoe UI Light" panose="020B0502040204020203" pitchFamily="34" charset="0"/>
              </a:rPr>
              <a:t> 16</a:t>
            </a:r>
            <a:endParaRPr lang="en-US" b="1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algn="ctr"/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6 BT" panose="02040804060705020204" pitchFamily="18" charset="0"/>
                <a:cs typeface="Segoe UI Light" panose="020B0502040204020203" pitchFamily="34" charset="0"/>
              </a:rPr>
              <a:t>(dev-1)</a:t>
            </a:r>
          </a:p>
        </p:txBody>
      </p:sp>
      <p:pic>
        <p:nvPicPr>
          <p:cNvPr id="1026" name="Picture 2" descr="https://avatars.mds.yandex.net/i?id=6d149088086246972def0787c29b2c99ca2e0b99-4903276-images-thumbs&amp;n=13">
            <a:extLst>
              <a:ext uri="{FF2B5EF4-FFF2-40B4-BE49-F238E27FC236}">
                <a16:creationId xmlns:a16="http://schemas.microsoft.com/office/drawing/2014/main" id="{03698AE0-4B56-44A2-B54C-E0F1338D71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841" y="167340"/>
            <a:ext cx="2217839" cy="2105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95975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75E70F3-EBDF-4FD0-8C25-3E43B3526F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9099" y="0"/>
            <a:ext cx="911380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81837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CC4B6F5-71EA-46BC-A7AC-3442C35E82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6699" y="0"/>
            <a:ext cx="90786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14390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23C9372A-33C3-4817-828C-79C36502B1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0894" y="0"/>
            <a:ext cx="909021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46252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6C379FA5-32D3-45DF-8927-99726F2CDF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2504" y="0"/>
            <a:ext cx="914699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04823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DA2B98E0-77E6-468D-87C2-CC3E3CFE00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1158" y="0"/>
            <a:ext cx="906968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19454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4FDFB331-622D-4CE7-A83E-F6AB907E5C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6324" y="0"/>
            <a:ext cx="90993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53237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F60B53D-9210-450D-BF3F-8B2B73E0B8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4445" y="0"/>
            <a:ext cx="912311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88082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3AAAEBC-9487-4431-BE6C-40EB3805FC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1451" y="0"/>
            <a:ext cx="912909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6547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B216773-65B4-40B8-ADF4-368CC9CD03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8482" y="0"/>
            <a:ext cx="913503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07706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0BA799AB-FDCD-45A0-8E63-42E98EB2C7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3688" y="0"/>
            <a:ext cx="908462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636942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</TotalTime>
  <Words>0</Words>
  <Application>Microsoft Office PowerPoint</Application>
  <PresentationFormat>Широкоэкранный</PresentationFormat>
  <Paragraphs>2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11</vt:i4>
      </vt:variant>
    </vt:vector>
  </HeadingPairs>
  <TitlesOfParts>
    <vt:vector size="19" baseType="lpstr">
      <vt:lpstr>Arial</vt:lpstr>
      <vt:lpstr>Calibri</vt:lpstr>
      <vt:lpstr>Calibri Light</vt:lpstr>
      <vt:lpstr>News706 BT</vt:lpstr>
      <vt:lpstr>Segoe UI Light</vt:lpstr>
      <vt:lpstr>Times New Roman</vt:lpstr>
      <vt:lpstr>Тема Office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</dc:creator>
  <cp:lastModifiedBy>user</cp:lastModifiedBy>
  <cp:revision>5</cp:revision>
  <dcterms:created xsi:type="dcterms:W3CDTF">2024-09-11T19:02:22Z</dcterms:created>
  <dcterms:modified xsi:type="dcterms:W3CDTF">2025-12-04T11:13:09Z</dcterms:modified>
</cp:coreProperties>
</file>