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2"/>
  </p:sldMasterIdLst>
  <p:notesMasterIdLst>
    <p:notesMasterId r:id="rId5"/>
  </p:notesMasterIdLst>
  <p:sldIdLst>
    <p:sldId id="263" r:id="rId3"/>
    <p:sldId id="283" r:id="rId4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30" autoAdjust="0"/>
  </p:normalViewPr>
  <p:slideViewPr>
    <p:cSldViewPr snapToGrid="0">
      <p:cViewPr varScale="1">
        <p:scale>
          <a:sx n="146" d="100"/>
          <a:sy n="146" d="100"/>
        </p:scale>
        <p:origin x="51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A0595-55A8-48ED-89D9-94EF8A794717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CE960-5D9D-430C-9D09-6E7799238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17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28560" y="273960"/>
            <a:ext cx="7886520" cy="4608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9508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596124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2856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9508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596124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484188" y="1213247"/>
            <a:ext cx="8229600" cy="3375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3132000" y="4798556"/>
            <a:ext cx="2880000" cy="27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5825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155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26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188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1923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6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848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0345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2673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1052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6846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8924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88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33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514440" lvl="1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857160" lvl="2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200240" lvl="3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1542960" lvl="4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05EF2BE1-C6B1-44D9-AC14-847FE245C45E}" type="slidenum">
              <a:rPr lang="en-US" sz="9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900" b="0" strike="noStrike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7131240" y="4137840"/>
            <a:ext cx="1726560" cy="76608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5218560" y="-2323800"/>
            <a:ext cx="4931640" cy="402804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64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41020" y="1892162"/>
            <a:ext cx="7886520" cy="993960"/>
          </a:xfrm>
        </p:spPr>
        <p:txBody>
          <a:bodyPr/>
          <a:lstStyle/>
          <a:p>
            <a:pPr algn="ctr"/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Анализ </a:t>
            </a:r>
            <a:r>
              <a:rPr lang="ru-RU" sz="4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данных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на языке SQL</a:t>
            </a: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PL/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pgSQL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6 BT" panose="02040804060705020204" pitchFamily="18" charset="0"/>
              <a:cs typeface="Segoe UI Light" panose="020B0502040204020203" pitchFamily="34" charset="0"/>
            </a:endParaRP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30" y="125505"/>
            <a:ext cx="1663379" cy="157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s://ht-edu.ru/bitrix/templates/A1_MAIN_T/images/logo.png">
            <a:extLst>
              <a:ext uri="{FF2B5EF4-FFF2-40B4-BE49-F238E27FC236}">
                <a16:creationId xmlns:a16="http://schemas.microsoft.com/office/drawing/2014/main" id="{2146DFEE-F76F-448C-9770-C20796839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709" y="4178890"/>
            <a:ext cx="25908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54B96F3-5D26-4EF8-A172-AD401342B5A8}"/>
              </a:ext>
            </a:extLst>
          </p:cNvPr>
          <p:cNvGrpSpPr/>
          <p:nvPr/>
        </p:nvGrpSpPr>
        <p:grpSpPr>
          <a:xfrm>
            <a:off x="1176330" y="1"/>
            <a:ext cx="6791340" cy="4728754"/>
            <a:chOff x="1176330" y="0"/>
            <a:chExt cx="6791340" cy="5564777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8B12C1FD-B7CC-4A95-8807-915CAE59ED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85270"/>
            <a:stretch/>
          </p:blipFill>
          <p:spPr>
            <a:xfrm>
              <a:off x="1176330" y="0"/>
              <a:ext cx="6791340" cy="75764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9B9477D0-8ED0-46FF-A39C-60D0E1A2B01D}"/>
                </a:ext>
              </a:extLst>
            </p:cNvPr>
            <p:cNvSpPr/>
            <p:nvPr/>
          </p:nvSpPr>
          <p:spPr>
            <a:xfrm>
              <a:off x="1227908" y="757646"/>
              <a:ext cx="6739761" cy="48071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6213"/>
              <a:r>
                <a:rPr lang="ru-RU" sz="2800" b="1" dirty="0">
                  <a:solidFill>
                    <a:srgbClr val="0000FF"/>
                  </a:solidFill>
                </a:rPr>
                <a:t>ДИНАМИЧЕСКИЕ КОМАНДЫ</a:t>
              </a:r>
            </a:p>
            <a:p>
              <a:pPr marL="176213"/>
              <a:r>
                <a:rPr lang="ru-RU" sz="2800" b="1" dirty="0">
                  <a:solidFill>
                    <a:srgbClr val="0000FF"/>
                  </a:solidFill>
                </a:rPr>
                <a:t>МАССИВЫ</a:t>
              </a:r>
            </a:p>
            <a:p>
              <a:pPr marL="176213"/>
              <a:r>
                <a:rPr lang="ru-RU" sz="2800" b="1" dirty="0">
                  <a:solidFill>
                    <a:srgbClr val="0000FF"/>
                  </a:solidFill>
                </a:rPr>
                <a:t>ИСКЛЮЧЕНИЯ</a:t>
              </a:r>
            </a:p>
            <a:p>
              <a:pPr marL="176213"/>
              <a:r>
                <a:rPr lang="ru-RU" sz="2800" b="1" dirty="0">
                  <a:solidFill>
                    <a:srgbClr val="0000FF"/>
                  </a:solidFill>
                </a:rPr>
                <a:t>ПРАВИЛА</a:t>
              </a:r>
            </a:p>
            <a:p>
              <a:pPr marL="176213"/>
              <a:r>
                <a:rPr lang="ru-RU" sz="2800" b="1" dirty="0">
                  <a:solidFill>
                    <a:srgbClr val="0000FF"/>
                  </a:solidFill>
                </a:rPr>
                <a:t>ТРИГГЕРЫ</a:t>
              </a:r>
            </a:p>
            <a:p>
              <a:pPr marL="176213"/>
              <a:r>
                <a:rPr lang="ru-RU" sz="2800" b="1" dirty="0">
                  <a:solidFill>
                    <a:srgbClr val="0000FF"/>
                  </a:solidFill>
                </a:rPr>
                <a:t>ПОЛЬЗОВАТЕЛЬСКИЕ ТИПЫ ДАННЫХ</a:t>
              </a:r>
            </a:p>
            <a:p>
              <a:pPr algn="ctr"/>
              <a:endParaRPr lang="ru-RU" b="1" dirty="0"/>
            </a:p>
            <a:p>
              <a:pPr algn="ctr"/>
              <a:endParaRPr lang="ru-RU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24844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shift</Template>
  <TotalTime>926</TotalTime>
  <Words>17</Words>
  <Application>Microsoft Office PowerPoint</Application>
  <PresentationFormat>Экран (16:9)</PresentationFormat>
  <Paragraphs>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News706 BT</vt:lpstr>
      <vt:lpstr>Segoe UI Light</vt:lpstr>
      <vt:lpstr>Times New Roman</vt:lpstr>
      <vt:lpstr>Office Theme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User</dc:creator>
  <cp:keywords>docId FE6D1329DBA66969002233C0258430B5</cp:keywords>
  <dc:description/>
  <cp:lastModifiedBy>user</cp:lastModifiedBy>
  <cp:revision>78</cp:revision>
  <dcterms:created xsi:type="dcterms:W3CDTF">2013-01-27T09:14:16Z</dcterms:created>
  <dcterms:modified xsi:type="dcterms:W3CDTF">2025-09-15T12:54:50Z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Экран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</Properties>
</file>